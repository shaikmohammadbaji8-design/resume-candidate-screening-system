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 Screening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candidate ranking using NLP and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Recruiters receive many resumes. The system automatically ranks candidates for a job role.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Scikit-Learn, TF-IDF, Cosine Similarity, PyPDF2, Google Colab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Resume Parsing → Text Processing → Skill Matching → Candidate Ranking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Candidate ranking graph generated by the system.</a:t>
            </a:r>
          </a:p>
        </p:txBody>
      </p:sp>
      <p:pic>
        <p:nvPicPr>
          <p:cNvPr id="4" name="Picture 3" descr="candidate_ranking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37451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system helps recruiters quickly identify the best candidates.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